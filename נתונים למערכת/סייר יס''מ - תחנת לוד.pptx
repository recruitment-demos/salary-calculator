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57" r:id="rId3"/>
  </p:sldIdLst>
  <p:sldSz cx="12192000" cy="6858000"/>
  <p:notesSz cx="6858000" cy="9144000"/>
  <p:custDataLst>
    <p:tags r:id="rId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0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9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152067E-94A1-4AD6-84A3-DE7EFEEDCEE5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CD0020D-74DD-4E1D-B623-DDC614B2A20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805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E5FAA808-79A1-E2CE-4B1B-21637BA6A4B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571B56-C9B0-B889-6D91-7DFF3EF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5DB656A-183C-748B-5EF2-828082CA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C3FC5DA-465B-70A2-2DC8-9984BEFE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156110765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71291295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44171592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26381019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0648637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1020105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111349853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4785632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44414570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2763934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991924255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931489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D6157-D53A-45E4-8449-7B53C1BFCF56}" type="datetimeFigureOut">
              <a:rPr lang="he-IL" smtClean="0"/>
              <a:t>כ"א/אדר/תשפ"ו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68101-BBB7-4E02-8F19-4EE910F2F66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64405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30C011D-3453-D8E6-422E-C0675FEA8AE4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F2A441-F1A4-3EBA-1133-F47AAB9A44B9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סייר יס"מ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עבור תחנת לוד בלבד! </a:t>
            </a:r>
            <a:endParaRPr lang="he-IL" sz="2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0465B-73AA-FF48-1686-94881718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096767237"/>
              </p:ext>
            </p:extLst>
          </p:nvPr>
        </p:nvGraphicFramePr>
        <p:xfrm>
          <a:off x="3030212" y="1509824"/>
          <a:ext cx="8126884" cy="3195390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449047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536339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04630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164842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772026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1052612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רובאות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  <a:p>
                      <a:pPr algn="ctr" rtl="1"/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לא כולל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רובאי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05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11,277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13,236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רובאי 05 (נדרש להשלמה)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 0 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11,207₪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13,132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343F29-5BDC-AC27-37E1-15D088F70CCE}"/>
              </a:ext>
            </a:extLst>
          </p:cNvPr>
          <p:cNvSpPr txBox="1"/>
          <p:nvPr/>
        </p:nvSpPr>
        <p:spPr>
          <a:xfrm>
            <a:off x="1938669" y="6347453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0212" y="4880002"/>
            <a:ext cx="633700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החזר הוצאות עבור דרגת שכר רס''ר – 344 ₪ ברוטו </a:t>
            </a:r>
          </a:p>
          <a:p>
            <a:endParaRPr lang="he-IL"/>
          </a:p>
        </p:txBody>
      </p:sp>
    </p:spTree>
    <p:extLst>
      <p:ext uri="{BB962C8B-B14F-4D97-AF65-F5344CB8AC3E}">
        <p14:creationId val="3501776677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</Paragraphs>
  <Slides>1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7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2026-08-10T10:14:06.035</cp:lastPrinted>
  <dcterms:created xsi:type="dcterms:W3CDTF">2026-08-10T10:14:06Z</dcterms:created>
  <dcterms:modified xsi:type="dcterms:W3CDTF">2026-08-10T07:14:06Z</dcterms:modified>
</cp:coreProperties>
</file>