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0-->
<p:presentation xmlns:r="http://schemas.openxmlformats.org/officeDocument/2006/relationships" xmlns:a="http://schemas.openxmlformats.org/drawingml/2006/main" xmlns:p="http://schemas.openxmlformats.org/presentationml/2006/main" rtl="1" saveSubsetFonts="1">
  <p:sldMasterIdLst>
    <p:sldMasterId id="2147483648" r:id="rId1"/>
  </p:sldMasterIdLst>
  <p:notesMasterIdLst>
    <p:notesMasterId r:id="rId2"/>
  </p:notesMasterIdLst>
  <p:sldIdLst>
    <p:sldId id="265" r:id="rId3"/>
    <p:sldId id="266" r:id="rId4"/>
    <p:sldId id="267" r:id="rId5"/>
    <p:sldId id="270" r:id="rId6"/>
    <p:sldId id="271" r:id="rId7"/>
    <p:sldId id="272" r:id="rId8"/>
    <p:sldId id="273" r:id="rId9"/>
    <p:sldId id="274" r:id="rId10"/>
  </p:sldIdLst>
  <p:sldSz cx="12192000" cy="6858000"/>
  <p:notesSz cx="6858000" cy="9144000"/>
  <p:custDataLst>
    <p:tags r:id="rId11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fill>
          <a:solidFill>
            <a:schemeClr val="accent4">
              <a:tint val="40000"/>
            </a:schemeClr>
          </a:solidFill>
        </a:fill>
      </a:tcStyle>
    </a:band1H>
    <a:band1V>
      <a:tcStyle>
        <a:fill>
          <a:solidFill>
            <a:schemeClr val="accent4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94" d="100"/>
          <a:sy n="94" d="100"/>
        </p:scale>
        <p:origin x="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tags" Target="tags/tag1.xml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B40745E-14A8-4BCD-92B5-6C7BA943AF9B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14D2235-0AA8-4190-BFA9-13282D2B88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600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val="2173909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val="1238519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val="1350099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val="576268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val="3779292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val="2664216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val="44016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val="2186666998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557877577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70526489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23594787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35851493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000272695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50402137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961045402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34281708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4238621563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1964125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948137243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75A2-42E6-47D5-A6E3-4EBAECDC9D52}" type="datetimeFigureOut">
              <a:rPr lang="he-IL" smtClean="0"/>
              <a:t>כ"ג/אדר/תשפ"ו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294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675620" y="106113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1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413579320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ברוטו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8,390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8,582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8,545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9,163₪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8,454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8,661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וותק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2.8 שנים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שירות צבאי</a:t>
            </a:r>
          </a:p>
        </p:txBody>
      </p:sp>
    </p:spTree>
    <p:extLst>
      <p:ext uri="{BB962C8B-B14F-4D97-AF65-F5344CB8AC3E}">
        <p14:creationId val="2397062406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2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443020469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8,430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8,632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8,591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9,513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8,498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8,912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וותק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2.8 שנים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שירות צבאי</a:t>
            </a:r>
          </a:p>
        </p:txBody>
      </p:sp>
    </p:spTree>
    <p:extLst>
      <p:ext uri="{BB962C8B-B14F-4D97-AF65-F5344CB8AC3E}">
        <p14:creationId val="242799357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3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162174502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8,471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8,720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8,650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9,965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8,542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9,250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וותק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2.8 שנים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שירות צבאי</a:t>
            </a:r>
          </a:p>
        </p:txBody>
      </p:sp>
    </p:spTree>
    <p:extLst>
      <p:ext uri="{BB962C8B-B14F-4D97-AF65-F5344CB8AC3E}">
        <p14:creationId val="3052402073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4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733168284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8,518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9,082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8,852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10,426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8,592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9,639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וותק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2.8 שנים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שירות צבאי</a:t>
            </a:r>
          </a:p>
        </p:txBody>
      </p:sp>
    </p:spTree>
    <p:extLst>
      <p:ext uri="{BB962C8B-B14F-4D97-AF65-F5344CB8AC3E}">
        <p14:creationId val="138293364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5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984782481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8,615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9,837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9,376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11,061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8,794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10,449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וותק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2.8 שנים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שירות צבאי</a:t>
            </a:r>
          </a:p>
        </p:txBody>
      </p:sp>
    </p:spTree>
    <p:extLst>
      <p:ext uri="{BB962C8B-B14F-4D97-AF65-F5344CB8AC3E}">
        <p14:creationId val="3201498365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</a:t>
            </a:r>
            <a:endParaRPr lang="he-IL" sz="2800" b="1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220071693"/>
              </p:ext>
            </p:extLst>
          </p:nvPr>
        </p:nvGraphicFramePr>
        <p:xfrm>
          <a:off x="2333847" y="1371595"/>
          <a:ext cx="8711608" cy="3915178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8,857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10,526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9,869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586723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11,661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9,397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11,188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וותק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2.8 שנים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שירות צבאי</a:t>
            </a:r>
          </a:p>
        </p:txBody>
      </p:sp>
    </p:spTree>
    <p:extLst>
      <p:ext uri="{BB962C8B-B14F-4D97-AF65-F5344CB8AC3E}">
        <p14:creationId val="3709859923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7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781517041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9,270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11,032 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10,328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12,217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9,840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11,731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וותק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2.8 שנים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שירות צבאי</a:t>
            </a:r>
          </a:p>
        </p:txBody>
      </p:sp>
    </p:spTree>
    <p:extLst>
      <p:ext uri="{BB962C8B-B14F-4D97-AF65-F5344CB8AC3E}">
        <p14:creationId val="372698305"/>
      </p:ext>
    </p:extLst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8</a:t>
            </a:r>
            <a:endParaRPr lang="he-IL" sz="2800" b="1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684924707"/>
              </p:ext>
            </p:extLst>
          </p:nvPr>
        </p:nvGraphicFramePr>
        <p:xfrm>
          <a:off x="2132676" y="1402182"/>
          <a:ext cx="9068723" cy="3876988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96169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96169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329951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390057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95637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634088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87661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     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9,647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26527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11,495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87661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10,747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57369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12,725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87661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10,245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57369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12,228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וותק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2.8 שנים </a:t>
            </a:r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שירות צבאי</a:t>
            </a:r>
          </a:p>
        </p:txBody>
      </p:sp>
    </p:spTree>
    <p:extLst>
      <p:ext uri="{BB962C8B-B14F-4D97-AF65-F5344CB8AC3E}">
        <p14:creationId val="1698959041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1"/>
  <p:tag name="AS_OS" val="Microsoft Windows NT 10.0.14393.0"/>
  <p:tag name="AS_RELEASE_DATE" val="2025.10.14"/>
  <p:tag name="AS_TITLE" val="Aspose.Slides for .NET6"/>
  <p:tag name="AS_VERSION" val="25.10"/>
</p:tagLst>
</file>

<file path=ppt/theme/theme1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Times New Roman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17</Paragraphs>
  <Slides>8</Slides>
  <Notes>8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14">
      <vt:lpstr>Arial</vt:lpstr>
      <vt:lpstr>Calibri Light</vt:lpstr>
      <vt:lpstr>Calibri</vt:lpstr>
      <vt:lpstr>Tahoma</vt:lpstr>
      <vt:lpstr>Times New Roman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25.1000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2026-08-10T10:14:06.243</cp:lastPrinted>
  <dcterms:created xsi:type="dcterms:W3CDTF">2026-08-10T10:14:06Z</dcterms:created>
  <dcterms:modified xsi:type="dcterms:W3CDTF">2026-08-10T07:14:06Z</dcterms:modified>
</cp:coreProperties>
</file>