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custDataLst>
    <p:tags r:id="rId11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94" d="100"/>
          <a:sy n="94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123851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135009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5762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77929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66421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4016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val="2186666998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675620" y="106113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1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202212839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8,356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8,548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8,508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9,069₪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8,419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02093" y="6124680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של שנה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2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814692860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8,396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8,597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8,554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9,415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8,462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8,822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24279935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3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967688215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8,436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8,647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8,612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9,862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8,505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9,156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3052402073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4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184853213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8,482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8,990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8,742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10,317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8,555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9,540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138293364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236529545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8,577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9,736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9,258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10,944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8,685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10,340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3201498365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270193932"/>
              </p:ext>
            </p:extLst>
          </p:nvPr>
        </p:nvGraphicFramePr>
        <p:xfrm>
          <a:off x="2333847" y="1371595"/>
          <a:ext cx="8711608" cy="391517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8,747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10,417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9,745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86723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11,536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9,279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11,071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370985992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7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656723820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9,154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10,917 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10,197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12,086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9,716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11,607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</a:p>
        </p:txBody>
      </p:sp>
    </p:spTree>
    <p:extLst>
      <p:ext uri="{BB962C8B-B14F-4D97-AF65-F5344CB8AC3E}">
        <p14:creationId val="372698305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8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736241403"/>
              </p:ext>
            </p:extLst>
          </p:nvPr>
        </p:nvGraphicFramePr>
        <p:xfrm>
          <a:off x="2132676" y="1402182"/>
          <a:ext cx="9068723" cy="387698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96169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96169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329951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390057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95637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634088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     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9,526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26527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11,374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10,609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12,587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10,115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12,098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וותק של שנה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169895904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</Paragraphs>
  <Slides>8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14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2026-08-10T10:14:06.309</cp:lastPrinted>
  <dcterms:created xsi:type="dcterms:W3CDTF">2026-08-10T10:14:06Z</dcterms:created>
  <dcterms:modified xsi:type="dcterms:W3CDTF">2026-08-10T07:14:06Z</dcterms:modified>
</cp:coreProperties>
</file>