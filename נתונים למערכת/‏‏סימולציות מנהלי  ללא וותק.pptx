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70" r:id="rId6"/>
    <p:sldId id="271" r:id="rId7"/>
    <p:sldId id="272" r:id="rId8"/>
    <p:sldId id="273" r:id="rId9"/>
    <p:sldId id="274" r:id="rId10"/>
  </p:sldIdLst>
  <p:sldSz cx="12192000" cy="6858000"/>
  <p:notesSz cx="6858000" cy="9144000"/>
  <p:custDataLst>
    <p:tags r:id="rId11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94" d="100"/>
          <a:sy n="94" d="100"/>
        </p:scale>
        <p:origin x="8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1238519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1350099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576268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779292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664216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4016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val="2186666998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675620" y="106113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1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070111328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8,333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8,526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8,485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9,008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8,396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8,603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642253" y="6114520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חושבו 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2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133294041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8,373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8,575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8,529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9,351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8,439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8,763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242799357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3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232474726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8,413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8,624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8,587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9,794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8,481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9,095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חושבו 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052402073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4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636789572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8,458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8,930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8,671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10,245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8,530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9,476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138293364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883510586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8,553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9,670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9,182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10,868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8,632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10,270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201498365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106621609"/>
              </p:ext>
            </p:extLst>
          </p:nvPr>
        </p:nvGraphicFramePr>
        <p:xfrm>
          <a:off x="2333847" y="1371595"/>
          <a:ext cx="8711608" cy="391517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8,676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10,346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9,664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86723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11,455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9,203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10,994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709859923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7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247739020"/>
              </p:ext>
            </p:extLst>
          </p:nvPr>
        </p:nvGraphicFramePr>
        <p:xfrm>
          <a:off x="2333847" y="1371595"/>
          <a:ext cx="8711608" cy="3907575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29376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29376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27757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29594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87933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9,079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32448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10,841 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10,111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12,000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9,635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11,526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372698305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895076" y="252417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</a:t>
            </a:r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8</a:t>
            </a:r>
            <a:endParaRPr lang="he-IL" sz="2800" b="1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he-IL" sz="2800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377736094"/>
              </p:ext>
            </p:extLst>
          </p:nvPr>
        </p:nvGraphicFramePr>
        <p:xfrm>
          <a:off x="2132676" y="1402182"/>
          <a:ext cx="9068723" cy="3876988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696169">
                  <a:extLst>
                    <a:ext uri="{9D8B030D-6E8A-4147-A177-3AD203B41FA5}">
                      <a16:colId xmlns:a16="http://schemas.microsoft.com/office/drawing/2014/main" val="4192164372"/>
                    </a:ext>
                  </a:extLst>
                </a:gridCol>
                <a:gridCol w="1696169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329951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390057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1956377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634088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דרוג שכר </a:t>
                      </a:r>
                      <a:endParaRPr lang="he-IL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משכורת ברוטו </a:t>
                      </a:r>
                      <a:r>
                        <a:rPr lang="he-IL" smtClean="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</a:t>
                      </a:r>
                      <a:r>
                        <a:rPr lang="he-IL" baseline="0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he-IL" smtClean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הוצאות </a:t>
                      </a:r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אחיד /       טכנאי לא ישים / אקדמאי לא ישי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ם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רס''ל 0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9,447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626527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11,295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אקדמאי ישים 7%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רס''ר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0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10,520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12,498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87661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טכנאי ישים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7%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דריכות</a:t>
                      </a:r>
                      <a:r>
                        <a:rPr lang="he-IL" sz="1600" baseline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רס"ל 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10,030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573699">
                <a:tc v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12,013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</a:t>
            </a:r>
            <a:r>
              <a:rPr lang="he-IL" b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ללא וותק </a:t>
            </a:r>
            <a:endParaRPr lang="he-IL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val="1698959041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17</Paragraphs>
  <Slides>8</Slides>
  <Notes>8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baseType="lpstr" size="14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2026-08-10T10:14:06.223</cp:lastPrinted>
  <dcterms:created xsi:type="dcterms:W3CDTF">2026-08-10T10:14:06Z</dcterms:created>
  <dcterms:modified xsi:type="dcterms:W3CDTF">2026-08-10T07:14:06Z</dcterms:modified>
</cp:coreProperties>
</file>