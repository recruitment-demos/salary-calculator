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custDataLst>
    <p:tags r:id="rId11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94" d="100"/>
          <a:sy n="94" d="100"/>
        </p:scale>
        <p:origin x="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1238519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1350099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57626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779292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664216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4016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val="2186666998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675620" y="106113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1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675863335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8,378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8,571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8,533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9,132₪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8,443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8,650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02093" y="6124680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של 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2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317591651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8,419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8,621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8,578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9,480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8,486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8,882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4279935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3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81214364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8,459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8,691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8,637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9,931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8,529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9,219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052402073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4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749319474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8,506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9,052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8,815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10,389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8,579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9,606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138293364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020267114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8,602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9,804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9,336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11,022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8,757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10,413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201498365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857874224"/>
              </p:ext>
            </p:extLst>
          </p:nvPr>
        </p:nvGraphicFramePr>
        <p:xfrm>
          <a:off x="2333847" y="1371595"/>
          <a:ext cx="8711608" cy="391517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8,820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10,490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9,828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86723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11,619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9,357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11,149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709859923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7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860801360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9,231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10,994 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10,284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12,173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9,798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11,689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72698305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8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223928247"/>
              </p:ext>
            </p:extLst>
          </p:nvPr>
        </p:nvGraphicFramePr>
        <p:xfrm>
          <a:off x="2132676" y="1402182"/>
          <a:ext cx="9068723" cy="387698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96169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96169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329951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390057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95637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634088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     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9,607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26527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11,455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10,701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12,679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10,201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12,184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1698959041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17</Paragraphs>
  <Slides>8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14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2026-08-10T10:14:06.313</cp:lastPrinted>
  <dcterms:created xsi:type="dcterms:W3CDTF">2026-08-10T10:14:06Z</dcterms:created>
  <dcterms:modified xsi:type="dcterms:W3CDTF">2026-08-10T07:14:06Z</dcterms:modified>
</cp:coreProperties>
</file>