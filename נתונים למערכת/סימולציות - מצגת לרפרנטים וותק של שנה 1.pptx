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custDataLst>
    <p:tags r:id="rId10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gs" Target="tags/tag1.xml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CC310E1-0833-C5A9-8DB6-7ACBDE25E7E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5F55E55-3E38-E14F-2048-C1467572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2473195-86AE-9386-439F-2533A5F33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1947A72-954F-0F8A-7EF8-13CADA74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70936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B3C3EBE-8D62-2C00-BCE3-DC2FD2E9B2D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1F5A622-B44B-F13C-0BBA-5DA27714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3BDBC51-ED5A-24B4-5672-4FAD3266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E82377-B45F-B704-F079-DDAD38F3A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3170994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E5FAA808-79A1-E2CE-4B1B-21637BA6A4B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571B56-C9B0-B889-6D91-7DFF3EF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5DB656A-183C-748B-5EF2-828082CA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C3FC5DA-465B-70A2-2DC8-9984BEFE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203261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F04E718-6B34-4905-CF17-3F8710C57DA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4A09ED-C37B-3BC1-E71E-47D43BEC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9235453-CE20-54E7-D201-8332FC45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0B3EE3-A9E7-5A8D-905C-D21FBF1F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660440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63DD456-645C-4530-637F-72F5A923E7D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65B4D9D-C916-26E0-AC98-F49A789FB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4469AD-315F-3C87-8938-71C44A9AA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21B05B-2372-2183-8300-CB8386BD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770120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355B95B-F3A2-692B-0400-ECA5C1F0C98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EBCD97F-50EA-2C1A-0DFC-8BC7EC422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12FB35C-6262-F8F1-4AB6-077EF4B5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592D4D2-F682-8728-92BB-BF19DB097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06885356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277090841"/>
              </p:ext>
            </p:extLst>
          </p:nvPr>
        </p:nvGraphicFramePr>
        <p:xfrm>
          <a:off x="1541721" y="1371595"/>
          <a:ext cx="9503734" cy="4389014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11,399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11,468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13,427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12,467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14,644 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13,160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15,488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2136257" y="6318547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שנה </a:t>
            </a: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0D70E27-4121-397F-6EC3-EF88FB32DDDD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F704D6F-693C-1985-6A14-9BEEF3918EC6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5C7B646-2DCE-A3D7-0778-03E77CA34749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שנה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35F73EB-8C7D-F27B-93C8-8655FDD4F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305389246"/>
              </p:ext>
            </p:extLst>
          </p:nvPr>
        </p:nvGraphicFramePr>
        <p:xfrm>
          <a:off x="1541721" y="1371595"/>
          <a:ext cx="9503734" cy="3404476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12,756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11,007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12,865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 +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(תחנת חברון)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12,719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3760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14,951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02739037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D31FEDD-FFC1-203C-047B-516CEC3ED4E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9A7033-DE18-04C4-0466-1A8E2EE28676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CE9EB26F-6F2D-4090-5F10-17F18E435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335636697"/>
              </p:ext>
            </p:extLst>
          </p:nvPr>
        </p:nvGraphicFramePr>
        <p:xfrm>
          <a:off x="1146544" y="1744855"/>
          <a:ext cx="9898910" cy="336828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9,960 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11,859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11,416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13,277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13,167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7B7FBD8-2CA8-1575-FBD7-B0BD32E65A1C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שנה </a:t>
            </a:r>
          </a:p>
        </p:txBody>
      </p:sp>
    </p:spTree>
    <p:extLst>
      <p:ext uri="{BB962C8B-B14F-4D97-AF65-F5344CB8AC3E}">
        <p14:creationId val="3510769290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30C011D-3453-D8E6-422E-C0675FEA8AE4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F2A441-F1A4-3EBA-1133-F47AAB9A44B9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סייר יס"מ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0465B-73AA-FF48-1686-94881718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054572661"/>
              </p:ext>
            </p:extLst>
          </p:nvPr>
        </p:nvGraphicFramePr>
        <p:xfrm>
          <a:off x="1146545" y="914388"/>
          <a:ext cx="9898910" cy="5369267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10,087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12,015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11,539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13,424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10,758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12,717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מתפ"א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13,167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11,672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13,964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343F29-5BDC-AC27-37E1-15D088F70CCE}"/>
              </a:ext>
            </a:extLst>
          </p:cNvPr>
          <p:cNvSpPr txBox="1"/>
          <p:nvPr/>
        </p:nvSpPr>
        <p:spPr>
          <a:xfrm>
            <a:off x="1938669" y="6347453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שנה </a:t>
            </a:r>
          </a:p>
        </p:txBody>
      </p:sp>
    </p:spTree>
    <p:extLst>
      <p:ext uri="{BB962C8B-B14F-4D97-AF65-F5344CB8AC3E}">
        <p14:creationId val="2549104408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E9D618D-7A70-FFE3-C42D-B578E726409F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16D9A8F-F574-A98C-0323-FB2CEF7595FC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AFBDD1A-8754-05BF-3934-8F246EDB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779690349"/>
              </p:ext>
            </p:extLst>
          </p:nvPr>
        </p:nvGraphicFramePr>
        <p:xfrm>
          <a:off x="1146545" y="1169572"/>
          <a:ext cx="9898910" cy="438472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9,397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11,166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10,784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12,523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4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9,525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יל"פ יהודה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11,119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13,284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79BA8A7-D79F-CCAE-F539-EDB0CACEEF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שנה </a:t>
            </a:r>
          </a:p>
        </p:txBody>
      </p:sp>
    </p:spTree>
    <p:extLst>
      <p:ext uri="{BB962C8B-B14F-4D97-AF65-F5344CB8AC3E}">
        <p14:creationId val="2021351980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1F16E25-A2AC-C6DC-765A-BF47C97743D7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D7F2369-D0FF-6887-3144-189D5224C8D5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מוקדן 100 משגר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63BD8-B89D-28F9-21F5-28851950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878536514"/>
              </p:ext>
            </p:extLst>
          </p:nvPr>
        </p:nvGraphicFramePr>
        <p:xfrm>
          <a:off x="1146545" y="1169572"/>
          <a:ext cx="9898910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9,462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11,247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12,699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/>
                      <a:r>
                        <a:rPr lang="he-IL"/>
                        <a:t>ש"י</a:t>
                      </a:r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9,960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11,859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9CB87AA-CE43-F163-CC86-0496FD25B3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שנה </a:t>
            </a:r>
          </a:p>
        </p:txBody>
      </p:sp>
    </p:spTree>
    <p:extLst>
      <p:ext uri="{BB962C8B-B14F-4D97-AF65-F5344CB8AC3E}">
        <p14:creationId val="2542313407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00C6AF5-5F39-797A-9409-0F6C414C4A3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80C9A0-BEA7-0F03-DCC6-07FCEDB0F83F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לוחם/סייר מג"ב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82C9095F-A44B-9E1A-CF46-C68CE9E3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147239490"/>
              </p:ext>
            </p:extLst>
          </p:nvPr>
        </p:nvGraphicFramePr>
        <p:xfrm>
          <a:off x="2029046" y="1222735"/>
          <a:ext cx="8133906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10,087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12,015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13,167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11,672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13,964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1578659-7316-FABC-AB05-BAB409ADE553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שנה  </a:t>
            </a:r>
          </a:p>
        </p:txBody>
      </p:sp>
    </p:spTree>
    <p:extLst>
      <p:ext uri="{BB962C8B-B14F-4D97-AF65-F5344CB8AC3E}">
        <p14:creationId val="249439165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7</Slides>
  <Notes>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3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2026-08-10T10:14:06.224</cp:lastPrinted>
  <dcterms:created xsi:type="dcterms:W3CDTF">2026-08-10T10:14:06Z</dcterms:created>
  <dcterms:modified xsi:type="dcterms:W3CDTF">2026-08-10T07:14:06Z</dcterms:modified>
</cp:coreProperties>
</file>